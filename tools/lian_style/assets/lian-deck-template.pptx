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Lian black and whit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00000"/>
      </a:accent1>
      <a:accent2>
        <a:srgbClr val="595959"/>
      </a:accent2>
      <a:accent3>
        <a:srgbClr val="7F7F7F"/>
      </a:accent3>
      <a:accent4>
        <a:srgbClr val="A6A6A6"/>
      </a:accent4>
      <a:accent5>
        <a:srgbClr val="D9D9D9"/>
      </a:accent5>
      <a:accent6>
        <a:srgbClr val="C00000"/>
      </a:accent6>
      <a:hlink>
        <a:srgbClr val="000000"/>
      </a:hlink>
      <a:folHlink>
        <a:srgbClr val="404040"/>
      </a:folHlink>
    </a:clrScheme>
    <a:fontScheme name="Lian Times New Roman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Lian signature style: deck template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